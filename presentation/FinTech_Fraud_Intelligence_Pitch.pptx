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FinTech - UPI Fraud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Track 1: AgentIQ Datathon</a:t>
            </a:r>
          </a:p>
          <a:p>
            <a:r>
              <a:t>Zaaki Mohammed &amp;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Data Engineering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Instead of dropping messy rows, we preserved the data.</a:t>
            </a:r>
          </a:p>
          <a:p>
            <a:pPr lvl="1"/>
            <a:r>
              <a:t>Processed 20,000 raw UPI transactions</a:t>
            </a:r>
          </a:p>
          <a:p>
            <a:pPr lvl="1"/>
            <a:r>
              <a:t>Utilized Pandas &amp; Regex to clean mismatched user and merchant IDs</a:t>
            </a:r>
          </a:p>
          <a:p>
            <a:pPr lvl="1"/>
            <a:r>
              <a:t>Executed a flawless 5-way join across all datasets (KYC, Merchants, Chargebacks)</a:t>
            </a:r>
          </a:p>
          <a:p>
            <a:pPr lvl="1"/>
            <a:r>
              <a:t>Preserved 100% of unique transactions without artificially inflating volume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Graph Theory &amp; Threat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queries miss organized fraud. We used NetworkX.</a:t>
            </a:r>
          </a:p>
          <a:p>
            <a:pPr lvl="1"/>
            <a:r>
              <a:t>Modeled the ecosystem as a bipartite graph (Users -&gt; Merchants)</a:t>
            </a:r>
          </a:p>
          <a:p>
            <a:pPr lvl="1"/>
            <a:r>
              <a:t>Discovered 203 Merchant Collusion Rings sharing identical bank settlement accounts</a:t>
            </a:r>
          </a:p>
          <a:p>
            <a:pPr lvl="1"/>
            <a:r>
              <a:t>Uncovered 1,340 Synthetic Identity Clusters operating under the same PAN credentials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Actionable Business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beyond static charts to actionable risk mitigation.</a:t>
            </a:r>
          </a:p>
          <a:p>
            <a:pPr lvl="1"/>
            <a:r>
              <a:t>Built a custom HTML/JS Risk Policy Simulator</a:t>
            </a:r>
          </a:p>
          <a:p>
            <a:pPr lvl="1"/>
            <a:r>
              <a:t>Allows executives to balance fraud prevention against false-positive customer friction</a:t>
            </a:r>
          </a:p>
          <a:p>
            <a:pPr lvl="1"/>
            <a:r>
              <a:t>Integrated an enterprise Power BI dashboard for deep-dive analyst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Autonomous AI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Targeting the 30-Point AI Agent Bonus with a deterministic engine.</a:t>
            </a:r>
          </a:p>
          <a:p>
            <a:pPr lvl="1"/>
            <a:r>
              <a:t>Powered by Groq (Qwen 27B) and LangChain</a:t>
            </a:r>
          </a:p>
          <a:p>
            <a:pPr lvl="1"/>
            <a:r>
              <a:t>Translates natural English into secure DuckDB SQL queries in real-time</a:t>
            </a:r>
          </a:p>
          <a:p>
            <a:pPr lvl="1"/>
            <a:r>
              <a:t>Dynamically renders Matplotlib charts (Bar, Line, Pie, Scatter) based on intent</a:t>
            </a:r>
          </a:p>
          <a:p>
            <a:pPr lvl="1"/>
            <a:r>
              <a:t>Features a fully transparent SQL trace UI to eliminate hallucination risks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